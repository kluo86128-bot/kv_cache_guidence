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custDataLst>
    <p:tags r:id="rId2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研究进展汇报，2026-10-18。三种方法的实验结果由研究者另行补充，本稿不包含性能数值。</a:t>
            </a:r>
          </a:p>
          <a:p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  <a:p>
            <a:r>
              <a:t>Image: built-in image_gen conceptual illustration; not a photograph or system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P：私有上下文；C：公共文本；KV(C|P)：在P之后计算、仅保留C位置的缓存。图示为研究假设，不表示任何特定线上系统已出现泄露。非前缀复用并不自动推出跨用户共享或私有上下文泄露。</a:t>
            </a:r>
          </a:p>
          <a:p>
            <a:r>
              <a:t>Sources: D:/Stepby/kv-cache研究/kv_agent/kv_priv/README.md; D:/Stepby/kv-cache研究/kv_agent/kv_priv/威胁模型.md; https://docs.lmcache.ai/kv_cache_optimizations/cacheblend.html (accessed 2026-10-18). Describes non-prefix chunk reuse with selective recomputation; does not establish cross-user private-context cache leakage.</a:t>
            </a:r>
          </a:p>
          <a:p>
            <a:r>
              <a:t>Image: built-in image_gen scientific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的逐token损失是公共KV张量的逐位置MSE，不是私有答案交叉熵。方法二的固定引导在prepare时加入，相关位置参与加权KV与注意力损失；不存在另加私有答案CE。方法三使用可控合成训练记录的标签学习共享软提示，目标部署能力不含目标缓存读取，尚需离散文本和真实复用验证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(Objective.compute); D:/Stepby/kv-cache研究/kv_agent/kv_priv/公共引导前缀实验方案_v1.md; configs/800_guided_v3_zh_4gpu.json; experiment/objectives.py; trusted/samples_800/public_guidance_field_bound_v3/README.md;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接收端只读取receiver_cache、冻结模型和训练状态；训练不读取私有原文、真实私有KV或目标答案。已知原私有前缀长度及位置偏移。真实私有记录和答案只在可信prepare/evaluate阶段使用。</a:t>
            </a:r>
          </a:p>
          <a:p>
            <a:r>
              <a:t>Sources: D:/Stepby/kv-cache研究/kv_agent/kv_priv/README.md; D:/Stepby/kv-cache研究/kv_agent/kv_priv/威胁模型.md;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Objective.compute的baseline选用base_loss=token，kv_losses对每层K和V的对应位置做均方误差并取均值。按样本优化软前缀，模型冻结；目标字段只在可信评估端评分。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本页不包含实验性能数值。比较时需注明原始记录数、字段分布、优化预算和评估协议。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引导G(Q)在可信端预填充之前加入公共文本。新版字段定位引导部分使用记录结构和字段路径等额外先验，不能声称只来自公共问题。接收端仍可读公共位置KV，不能读取私有值或训练答案。用户确认“引导文本损失”按现有实现理解为引导位置的KV/注意力损失。</a:t>
            </a:r>
          </a:p>
          <a:p>
            <a:r>
              <a:t>Sources: D:/Stepby/kv-cache研究/kv_agent/kv_priv/公共引导前缀实验方案_v1.md; configs/800_guided_v3_zh_4gpu.json; experiment/objectives.py; trusted/samples_800/public_guidance_field_bound_v3/README.md; D:/Stepby/kv-cache研究/kv_agent/kv_priv/README.md; D:/Stepby/kv-cache研究/kv_agent/kv_priv/威胁模型.md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引导G(Q)与原公共文本C共同构成新的公共输入。观察缓存与学生重建均使用G(Q)+C。问题查询作用于公共缓存，contrastive-key版本利用相同位置纯净公共Key形成差分权重；注意力项对齐输出与LSE等行为。为简明起见这里只展示损失组成，不展开版本细节或权重常数。</a:t>
            </a:r>
          </a:p>
          <a:p>
            <a:r>
              <a:t>Sources: D:/Stepby/kv-cache研究/kv_agent/kv_priv/公共引导前缀实验方案_v1.md; configs/800_guided_v3_zh_4gpu.json; experiment/objectives.py; trusted/samples_800/public_guidance_field_bound_v3/README.md; D:/Stepby/kv-cache研究/kv_agent/kv_priv/experiment/objectives.py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本页不包含实验性能数值。固定引导会改变公共输入、缓存长度和位置，比较时需标明引导版本与步数预算；不能据此自动宣称等计算量或固定公共文本威胁模型。</a:t>
            </a:r>
          </a:p>
          <a:p>
            <a:r>
              <a:t>Sources: D:/Stepby/kv-cache研究/kv_agent/kv_priv/公共引导前缀实验方案_v1.md; configs/800_guided_v3_zh_4gpu.json; experiment/objectives.py; trusted/samples_800/public_guidance_field_bound_v3/README.md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区分离线训练与目标部署能力。离线训练可以使用本地冻结模型的梯度，以及独立合成训练患者和标签；攻击目标患者不参与引导优化。目标部署不直接读取或修改受害者KV，但要求受害者处理引导+公共文本，后续请求命中受到私有上下文影响的公共缓存。当前实现为软提示和显式缓存截取/复用，不是已经完成纯文本黑盒攻击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为合成私有记录、U为共享的32个软提示向量、C为固定公共文本。编码P+U+C后只保留C位置KV，问答损失通过C的KV反传到U；模型权重冻结。U跨训练患者共享，不按每条测试记录重新拟合。当前主配置负例enabled=false。输出不是已完成的可粘贴文本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2,328条Synthea合成患者记录，患者划分开发128/训练1000/验证200/测试1000。姓名末尾编号已移除；本版本仅派生提问视图，不改数据值。补充测试集仍是相同1000位患者，姓名、生日、地址不变；100条诊断为训练已见、900条为对应患者原病史中的训练未见诊断。10%按患者记录计算，去重诊断类别的重叠率不同。姓名与生日各三问，组内均值后四组等权。100轮无早停，seed17，全局batch8，模型冻结；负样本完全禁用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本页不包含实验性能数值。新旧姓名/生日提问协议须区分；完整姓名和生日由分项独立生成后拼接评分。诊断补充测试10%为记录级已见比例，不是去重标签比例。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只描述已存在的研究材料与实现，不填入用户尚未贴入的实验性能结论，也不声称最新姓名拆问版本已完成服务器GPU训练。kv_priv已有缓存准备、接收端训练、可信评估与独立评分流程。通用引导的当前实现、95项检查及CPU小模型流程属于实现验证，不等同于真实服务安全证明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(Objective.compute); D:/Stepby/kv-cache研究/kv_agent/kv_priv/公共引导前缀实验方案_v1.md; configs/800_guided_v3_zh_4gpu.json; experiment/objectives.py; trusted/samples_800/public_guidance_field_bound_v3/README.md;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data/dataset_diagnosis_overlap10/manifest.json; D:/Stepby/kv-cache研究/medical_privacy_prompt/runs/implementation_checks/name_birth_parts_no_negatives_v1_verification.json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主张是确定条件性隐私泄露边界，不将非前缀缓存复用本身等同于漏洞。方法一/二假设可读公共KV；方法三目标减少缓存访问能力但当前仍为软提示模拟。后续需要离散文本、真实缓存服务的跨请求命中验证，以及隔离/重新计算等对照。</a:t>
            </a:r>
          </a:p>
          <a:p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data/dataset_diagnosis_overlap10/manifest.json; https://docs.lmcache.ai/kv_cache_optimizations/cacheblend.html (accessed 2026-10-18). Describes non-prefix chunk reuse with selective recomputation; does not establish cross-user private-context cache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title"/>
          <p:cNvSpPr>
            <a:spLocks noGrp="1"/>
          </p:cNvSpPr>
          <p:nvPr/>
        </p:nvSpPr>
        <p:spPr>
          <a:xfrm>
            <a:off x="609600" y="1790700"/>
            <a:ext cx="6762750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非前缀缓存复用下的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隐私信息泄露边界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4210050"/>
            <a:ext cx="609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三种方法与研究进展</a:t>
            </a:r>
            <a:endParaRPr sz="2250" b="0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88645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165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研究场景与边界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5133975"/>
            <a:ext cx="10896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研究对象：公共文本位置的上下文化KV，而非私有位置的KV</a:t>
            </a:r>
            <a:endParaRPr sz="217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734050"/>
            <a:ext cx="10896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成立前提：公共文本位于私有记录之后；目标缓存能被后续请求复用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边界声明：合成数据与受控实验不等同于已证明生产系统存在漏洞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 descr="Gemini_Generated_Image_e0cxrje0cxrje0c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340485"/>
            <a:ext cx="5883910" cy="33102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10680" y="1340485"/>
            <a:ext cx="4871720" cy="3794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本研究考察非前缀KV缓存复用中的隐私边界</a:t>
            </a:r>
            <a:r>
              <a:rPr 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：攻击者具备缓存的访问权限，和公共文本的编辑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</a:t>
            </a:r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(1):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逐</a:t>
            </a:r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 KV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重构损失</a:t>
            </a:r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(2):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引导文本</a:t>
            </a:r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问题加权</a:t>
            </a:r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重构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损失</a:t>
            </a:r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：攻击者不具备缓存的访问权限，但具备公共文本的编辑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权限。</a:t>
            </a:r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(3):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通过训练一段恶意文本注入公共文本的前缀位置，将隐私隐私传递到公共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缓存</a:t>
            </a:r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以上攻击方法都需要模型权重的访问权限，所以是白盒</a:t>
            </a:r>
            <a:r>
              <a:rPr lang="zh-CN" altLang="en-US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攻击</a:t>
            </a:r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三种方法总览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09600" y="1609725"/>
          <a:ext cx="10972800" cy="4095750"/>
        </p:xfrm>
        <a:graphic>
          <a:graphicData uri="http://schemas.openxmlformats.org/drawingml/2006/table">
            <a:tbl>
              <a:tblPr/>
              <a:tblGrid>
                <a:gridCol w="2143125"/>
                <a:gridCol w="3286125"/>
                <a:gridCol w="2667000"/>
                <a:gridCol w="287655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攻击者可用信息／控制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优化对象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核心问题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一｜逐token KV重建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冻结模型可用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公共KV本身能支持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多少隐私恢复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二｜问题加权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与引导增强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可加入固定公共引导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引导段参与匹配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目标相关的引导与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权重能否增强恢复？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三｜通用引导学习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离线使用合成训练记录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部署目标：只控制引导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跨患者共享的引导U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当前为软提示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不直接读取目标KV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能否仍恢复私有字段？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598170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三种方法对应不同能力与数据设置，结果分别报告，不直接按总分排名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方法一｜逐token KV重建的威胁模型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公共缓存可读，私有记录不可读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28650" y="22764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攻击者具备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628650" y="2933700"/>
            <a:ext cx="502920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公共文本及其观测KV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冻结模型与目标问题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原私有前缀长度、位置偏移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96050" y="22764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B86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攻击者不具备</a:t>
            </a:r>
            <a:endParaRPr sz="2250" b="1">
              <a:solidFill>
                <a:srgbClr val="B86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6496050" y="2933700"/>
            <a:ext cx="502920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私有记录原文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私有位置的KV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训练时的目标答案标签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28650" y="5505450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目标：用一段替代前缀，重建观测到的公共KV，再尝试恢复字段</a:t>
            </a:r>
            <a:endParaRPr sz="22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让替代前缀产生的公共KV接近观测缓存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276475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276475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为每条记录初始化一段软前缀，接上同一份公共文本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343275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343275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逐位置匹配公共文本的Key和Value，各位置按相同规则计入损失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410075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410075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只更新软前缀；训练后用目标问题检验恢复结果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657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L₁ ＝ 公共KV的逐token均方误差</a:t>
            </a:r>
            <a:endParaRPr sz="25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实验设置：四种隐私场景：医疗，企业人事，个人身份信息，银行转账记录。每个场景</a:t>
            </a:r>
            <a:r>
              <a:rPr lang="en-US" altLang="zh-CN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lang="zh-CN" altLang="en-US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个样本合计</a:t>
            </a:r>
            <a:r>
              <a:rPr lang="en-US" altLang="zh-CN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</a:t>
            </a:r>
            <a:r>
              <a:rPr lang="zh-CN" altLang="en-US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</a:t>
            </a:r>
            <a:endParaRPr lang="zh-CN" altLang="en-US"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方法二｜问题加权与引导增强的威胁模型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在缓存可读的基础上，增加对公共输入的影响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28650" y="22764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沿用的能力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628650" y="2952750"/>
            <a:ext cx="50673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公共KV可读，模型与问题已知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私有原文、私有KV和答案不可读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96050" y="22764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增加的能力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6496050" y="2952750"/>
            <a:ext cx="5067300" cy="1733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在公共文本前加入固定引导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按目标问题强调字段和复制要求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部分版本使用字段结构／定位先验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28650" y="55149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引导影响编码，问题决定匹配重点；引导内容不包含真实答案</a:t>
            </a:r>
            <a:endParaRPr sz="22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先用固定引导增强公共表示，再按问题重点匹配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2288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22885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可信端处理“私有记录＋固定引导＋公共文本”，导出公共部分KV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2575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25755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根据目标问题，为更相关的缓存位置分配更高匹配权重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2862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28625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匹配加权KV与注意力行为，更新每条记录自己的软前缀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381625"/>
            <a:ext cx="10096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L₂ ＝ 问题加权KV误差 ＋ 注意力对齐误差</a:t>
            </a:r>
            <a:endParaRPr sz="240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-10"/>
          <p:cNvSpPr>
            <a:spLocks noGrp="1"/>
          </p:cNvSpPr>
          <p:nvPr/>
        </p:nvSpPr>
        <p:spPr>
          <a:xfrm>
            <a:off x="1257300" y="5991225"/>
            <a:ext cx="10096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匹配范围包含引导段和原公共文本；不额外使用私有答案CE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恢复分 · 完全匹配 EM · 语义相似度 CS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方法三｜通用引导学习的威胁模型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目标：把控制点从“读取目标缓存”移到“影响公共文本”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28650" y="22955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离线训练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628650" y="2952750"/>
            <a:ext cx="51054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使用自己可控的合成病例和答案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可计算冻结模型对引导的梯度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学习跨患者共享的通用引导U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96050" y="22955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目标部署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6496050" y="2952750"/>
            <a:ext cx="51054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让受害请求读取公共文本前的U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通过正常请求触发非前缀复用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不直接读取私有记录或目标KV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28650" y="5543550"/>
            <a:ext cx="108775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当前原型：共享软提示＋受控缓存复用；文本化与真实服务接入待验证</a:t>
            </a:r>
            <a:endParaRPr sz="21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学习一份通用U，让公共缓存支持私有字段问答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2479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24790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对训练病例处理 P＋U＋C，回答时只保留C位置的KV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2766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27660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仅靠保留的公共缓存，回答姓名、生日、地址与诊断问题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3053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30530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用训练答案的交叉熵更新同一份U，再迁移到独立测试患者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419725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L₃ ＝ 姓名、生日、地址、诊断四组答案CE的平均</a:t>
            </a:r>
            <a:endParaRPr sz="232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-10"/>
          <p:cNvSpPr>
            <a:spLocks noGrp="1"/>
          </p:cNvSpPr>
          <p:nvPr/>
        </p:nvSpPr>
        <p:spPr>
          <a:xfrm>
            <a:off x="1257300" y="6019800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当前版本关闭负样本损失；测试患者不参与U的优化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方法三｜当前实验设置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00200"/>
          <a:ext cx="10972800" cy="4095750"/>
        </p:xfrm>
        <a:graphic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5524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Synthea合成病例：开发128／训练1000／验证200／测试1000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隐私字段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自然姓名、出生日期、家庭地址、诊断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问答与损失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姓名三问＋生日三问＋地址＋诊断；四组等权CE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训练与测试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Qwen3-4B；U长度32；100轮无早停；负样本关闭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补充测试：诊断训练已见记录占比10%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600075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CSV保存8次实际回答，以及完整姓名、完整生日的拼接评分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 · 出生日期 · 地址 · 诊断：四字段EM与分项恢复结果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目前研究进展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57350"/>
          <a:ext cx="10972800" cy="4038600"/>
        </p:xfrm>
        <a:graphic>
          <a:graphicData uri="http://schemas.openxmlformats.org/drawingml/2006/table">
            <a:tbl>
              <a:tblPr/>
              <a:tblGrid>
                <a:gridCol w="2333625"/>
                <a:gridCol w="4333875"/>
                <a:gridCol w="430530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已形成的研究内容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下一步验证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一｜基线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800条来源记录、4类场景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逐token KV重建与独立评分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跨字段的恢复表现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不同优化预算下的稳定性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二｜问题加权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与引导增强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问题相关缓存权重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固定引导位置参与KV／注意力匹配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相对基线的恢复收益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新增公共文本长度的影响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三｜通用引导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共享U；独立患者划分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姓名／生日拆问；无负样本配置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独立患者上的精确恢复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离散文本与真实复用效果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5981700"/>
            <a:ext cx="10896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统一主线：从“缓存里能恢复什么”推进到“哪些能力足以触发泄露”</a:t>
            </a:r>
            <a:endParaRPr sz="202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研究边界与后续验证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用三种方法逐步收紧攻击者能力假设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47700" y="2305050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缓存可读时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3600450" y="2305050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检验逐token重建与问题引导，能够恢复哪些私有字段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7700" y="3495675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只控制文本时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3600450" y="3495675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将共享软提示推进为离散文本，并接入真实非前缀复用服务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47700" y="4686300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复用条件改变时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3600450" y="4686300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检验缓存隔离、命中范围和重新计算，是否阻断信息恢复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647700" y="589597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最终回答：在什么访问权限和复用条件下，公共缓存会越过隐私边界？</a:t>
            </a:r>
            <a:endParaRPr sz="21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c6433eb-5a2a-402d-8120-1df8d5ad490c}"/>
</p:tagLst>
</file>

<file path=ppt/tags/tag2.xml><?xml version="1.0" encoding="utf-8"?>
<p:tagLst xmlns:p="http://schemas.openxmlformats.org/presentationml/2006/main">
  <p:tag name="COMMONDATA" val="eyJoZGlkIjoiZDI4NjEwMmIzYjdlNjk2MGI4OWZlYzc1YWRjNTAwMjg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2102</Words>
  <Application>WPS 演示</Application>
  <PresentationFormat>Converted Presentation</PresentationFormat>
  <Paragraphs>303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Aptos</vt:lpstr>
      <vt:lpstr>Segoe Print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</cp:lastModifiedBy>
  <cp:revision>2</cp:revision>
  <dcterms:created xsi:type="dcterms:W3CDTF">2026-10-18T10:29:35Z</dcterms:created>
  <dcterms:modified xsi:type="dcterms:W3CDTF">2026-10-18T10:35:01Z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B34AA1476F1849C6864F352E5F3BF2BF_12</vt:lpwstr>
  </property>
  <property fmtid="{D5CDD505-2E9C-101B-9397-08002B2CF9AE}" pid="3" name="KSOProductBuildVer">
    <vt:lpwstr>2052-11.1.0.14309</vt:lpwstr>
  </property>
</Properties>
</file>